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3:49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8192,'9'15'12973,"-7"-13"-12210,9 6 3523,-5-5-4286,0 1 0,0 0 0,0 0 0,-1 0 0,0 1 0,0 0 0,0 0 0,-1 0 0,1 1 0,-1-1 0,4 8 0,-3-1 0,0 0 0,-1 0 0,0 0 0,4 26 0,-1-84-2035,4-16-809,-11 60 2916,0 0 0,0 0 0,0 0 0,0 1 1,0-1-1,-1 0 0,1 0 0,0 0 0,-1 0 0,1 0 0,-1 1 0,0-1 0,0 0 1,0 1-1,0-1 0,0 0 0,0 1 0,0-1 0,0 1 0,0-1 0,-1 1 1,1 0-1,-1 0 0,1 0 0,-3-2 0,3 3 11,0-1 1,1 1-1,-1 0 1,0 0-1,0 0 0,1 0 1,-1 0-1,0 0 1,0 0-1,1 0 1,-1 0-1,0 0 0,0 0 1,1 0-1,-1 0 1,0 1-1,0-1 1,1 0-1,-1 0 0,0 1 1,1-1-1,-1 1 1,0-1-1,1 0 0,-1 1 1,1-1-1,-1 1 1,1 0-1,-1-1 1,1 1-1,-1-1 0,1 1 1,-1 0-1,1-1 1,0 1-1,-1 0 1,1 0-1,0-1 0,0 1 1,0 0-1,-1-1 1,1 1-1,0 0 0,0 1 1,-4 35-832,4-36 746,-1 14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3:51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1725 66 8192,'-82'0'12731,"0"0"-6561,0 0-4640,0 0-4361,1 0-4000,0 0-3734,-538 0 10361,591 3 204,0 0 0,-38 10 0,59-12 0,-174 22 0,133-18 0,-4-2 3556,37-2-690,0-2-1,0 1 0,-18-5 1,7-2-4448,-34-22 5261,44 18-7877,-10-15 2203,35 19 5129,31 7-1791,-29 1 399,28 0-1547,-15 0-521,1 0-1,-1-1 1,0-2-1,1 0 1,-1-2-1,42-11 1,-56 12-618,0 0 0,1 1 0,0 0 0,-1 1 1,16-1-1,8 2 1972,26 6 5358,-1 5-3555,2 1-5402,2-6-7467,-54-6 9342,0 1 1,0 1 0,0 0-1,0 0 1,0 1 0,-1 0-1,0 0 1,11 6 0,40 13-71,-21-14 766,0-2 0,1-2 0,-1-2 0,1-1 0,45-5 0,-83 4 0,0 0 0,0 0 0,0 0 0,0 0 0,0 0 0,-1-1 0,1 1 0,0 0 0,0 0 0,0 0 0,0-1 0,0 1 0,-1-1 0,1 1 0,0 0 0,0-1 0,-1 0 0,1 1 0,0-1 0,0 1 0,-1-1 0,1 0 0,-1 1 0,1-2 0,-4-1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4:03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449 117 8192,'-41'14'15218,"18"-5"-12414,3-5-2804,0-1 0,0 0 0,-1-1 0,-38-3 0,36 0 0,1 1 0,0 2 0,-40 6 0,56-7 0,0 1 0,1-1 0,-1 0 0,0-1 0,0 0 0,0 1 0,0-2 0,1 1 0,-1-1 0,-8-2 0,11 2 0,1 0 0,-1 0 0,0 0 0,1-1 0,0 1 0,-1-1 0,1 0 0,0 0 0,0 0 0,0 0 0,0 0 0,0 0 0,0-1 0,1 1 0,-1 0 0,1-1 0,-1 0 0,1 1 0,0-1 0,0 0 0,1 1 0,-2-6 0,2 7 4,0-1 0,0 0 0,0 0 1,1 0-1,-1 0 0,1 0 0,-1 1 1,1-1-1,0 0 0,-1 0 0,1 1 0,0-1 1,0 0-1,0 1 0,0-1 0,1 1 1,-1-1-1,0 1 0,1 0 0,-1-1 1,0 1-1,1 0 0,0 0 0,-1 0 1,1 0-1,0 0 0,-1 1 0,1-1 1,0 0-1,0 1 0,0 0 0,2-1 0,6-2-143,1 0-1,-1 0 0,1 1 0,14 0 0,121 1-18721,-104 2 21597,-1-1 10945,-32 0-12491,3 1-846,0-2 0,0 1 1,21-5-1,-29 4-538,0-1-1,0 1 0,0-1 1,0 0-1,0 0 0,0 0 1,-1 0-1,1-1 0,-1 1 1,1-1-1,-1 0 1,0 0-1,0 0 0,3-5 1,-1 0 194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4:06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446 51 8192,'-22'0'15354,"12"0"-12686,-19 2-2668,0 0 0,-41 11 0,42-8 0,0 0 0,-49 1 0,51-5-1952,17-1-280,-1 1 1,0-2-1,0 1 1,0-1 0,-15-4-1,-3-10 1439,26 13 1656,-1 0-1,1-1 0,0 1 0,0-1 0,0 1 0,0-1 0,0 0 0,0 0 0,1 0 0,-3-6 0,4 8-710,0 0-1,-1 0 0,1 1 0,0-1 0,0 0 0,0 0 0,0 0 1,0 0-1,0 0 0,0 0 0,0 1 0,1-1 0,-1 0 0,0 0 1,0 0-1,1 0 0,-1 1 0,0-1 0,1 0 0,-1 0 0,1 1 1,-1-1-1,1 0 0,-1 0 0,1 1 0,0-1 0,-1 1 0,1-1 1,0 1-1,0-1 0,-1 1 0,1-1 0,0 1 0,0 0 0,0-1 0,-1 1 1,1 0-1,0 0 0,0-1 0,0 1 0,0 0 0,0 0 0,1 0 1,11-1-865,0 1 0,0 0 0,0 0 0,0 2 0,24 5 1,26 2-4467,-27-10 1018,-30 0 3760,1 0 1,-1 0-1,1 1 1,-1 0 0,1 1-1,-1-1 1,0 1-1,1 0 1,-1 1-1,11 3 1,-14-1 400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4:08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1 8192,'1'3'728,"-1"1"0,0-1 0,-1 1 0,1 0 1,0-1-1,-1 1 0,0-1 0,0 1 0,0-1 0,-1 0 0,1 1 1,-1-1-1,1 0 0,-1 0 0,0 0 0,0 0 0,-4 4 1,1-4-283,1 1 1,-1-1 0,-1 0 0,1 0 0,0-1-1,-1 0 1,1 1 0,-1-2 0,0 1 0,-6 0 0,4 1-447,0 0 0,0 0 0,0 0 0,-15 10 0,-20 8 0,42-20 0,0-1 0,0 0 0,0 1 0,0-1 0,0 0 0,0 0 0,0 0 0,0 0 0,0 0 0,0 0 0,0 0 0,0 0 0,0 0 0,0 0 0,-1-1 0,1 1 0,0 0 0,0-1 0,1 1 0,-1-1 0,0 1 0,0-1 0,0 1 0,0-1 0,0 0 0,0 1 0,1-1 0,-1 0 0,0 0 0,1 1 0,-1-1 0,0 0 0,1 0 0,-1 0 0,1 0 0,-1 0 0,1 0 0,0 0 0,-1 0 0,1 0 0,0-1 0,-1 0 0,1 0 0,0 0 0,0 0 0,0 0 0,0 1 0,0-1 0,0 0 0,0 0 0,1 0 0,-1 0 0,1 1 0,-1-1 0,1 0 0,0 0 0,0 1 0,0-1 0,0 1 0,0-1 0,0 1 0,0-1 0,0 1 0,0-1 0,3-1 0,8-4 0,1 1 0,0 0 0,0 1 0,0 0 0,1 1 0,-1 0 0,1 1 0,0 1 0,0 0 0,0 1 0,27 1 0,-27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6:34:11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24 8192,'-21'-12'15851,"19"12"-15340,-4 0 1149,-46 14-1660,45-11 0,1 0 0,-1 0 0,0-1 0,0-1 0,0 1 0,-1-1 0,1 0 0,0-1 0,0 1 0,-1-1 0,1-1 0,0 0 0,-12-2 0,18 3 0,0 0 0,0-1 0,1 1 0,-1 0 0,0 0 0,0-1 0,1 1 0,-1 0 0,0-1 0,1 1 0,-1-1 0,0 1 0,1-1 0,-1 1 0,0-1 0,1 1 0,-1-1 0,1 1 0,-1-1 0,1 0 0,0 1 0,-1-1 0,1 0 0,-1 0 0,1 1 0,0-1 0,0 0 0,0 0 0,-1 0 0,1 1 0,0-1 0,0 0 0,0 0 0,0 0 0,0 1 0,0-1 0,0 0 0,1 0 0,-1 0 0,0 0 0,1 0 0,0 0 0,0 0 0,0 0 0,0 0 0,0 0 0,0 0 0,0 1 0,0-1 0,0 0 0,0 0 0,0 1 0,0-1 0,0 1 0,1-1 0,-1 1 0,0 0 0,0 0 0,1-1 0,-1 1 0,0 0 0,1 0 0,-1 0 0,0 0 0,3 1 0,7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1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Řekni, proč je to užitečné v praxi (rychlá volba cviku + správná technika).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Krátký příklad: „Dnes záda → vyberu záda → vyberu cvik → přidám do tréninku“.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Rychlý přehled a pak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Proč účet: ukládání profilu a tréninků do databáze.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Krátké demo kliknutí + otočení modelu.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Důraz na rychlou orientaci.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Projdi 2–3 kroky instrukcí (technika).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Ukaž přidání cviku, úpravu hodnot a uložení do databáze.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C5B9-2683-08CD-B9E2-55836A83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FF7D6-5389-94EB-9A7F-ED6BD12C9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2B39D-0B6D-7E51-B26C-F06702513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Ukaž přidání cviku, úpravu hodnot a uložení do databáze.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4E125-40E2-A709-4908-DCEC1D38C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9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 jako základ pro personalizaci (např. správný model těla).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 každé technologii řekni 1 větu: k čemu je a proč byla zvolená.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Pokud něco nesedí, uprav bodově (hotové vs plánované).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Krátké demo (max 60 s)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3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4" name="Shape 2"/>
          <p:cNvSpPr/>
          <p:nvPr/>
        </p:nvSpPr>
        <p:spPr>
          <a:xfrm>
            <a:off x="8961120" y="-1097280"/>
            <a:ext cx="4389120" cy="4389120"/>
          </a:xfrm>
          <a:prstGeom prst="ellipse">
            <a:avLst/>
          </a:prstGeom>
          <a:solidFill>
            <a:srgbClr val="D32F2F">
              <a:alpha val="10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5" name="Shape 3"/>
          <p:cNvSpPr/>
          <p:nvPr/>
        </p:nvSpPr>
        <p:spPr>
          <a:xfrm>
            <a:off x="9966960" y="4754880"/>
            <a:ext cx="3108960" cy="3108960"/>
          </a:xfrm>
          <a:prstGeom prst="ellipse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s-CZ" sz="6000" b="1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r>
              <a:rPr lang="cs-CZ" sz="5600" b="1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aplikace</a:t>
            </a:r>
            <a:endParaRPr lang="cs-CZ" sz="5600" noProof="0" dirty="0"/>
          </a:p>
        </p:txBody>
      </p:sp>
      <p:sp>
        <p:nvSpPr>
          <p:cNvPr id="7" name="Shape 5"/>
          <p:cNvSpPr/>
          <p:nvPr/>
        </p:nvSpPr>
        <p:spPr>
          <a:xfrm>
            <a:off x="960120" y="2761488"/>
            <a:ext cx="214884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8" name="Text 6"/>
          <p:cNvSpPr/>
          <p:nvPr/>
        </p:nvSpPr>
        <p:spPr>
          <a:xfrm>
            <a:off x="960120" y="29443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s-CZ" sz="24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Maturitní projekt</a:t>
            </a:r>
            <a:endParaRPr lang="cs-CZ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8421624" y="1929384"/>
            <a:ext cx="3337560" cy="33375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3" name="Text 10"/>
          <p:cNvSpPr/>
          <p:nvPr/>
        </p:nvSpPr>
        <p:spPr>
          <a:xfrm>
            <a:off x="960120" y="61722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s-CZ" sz="28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Jakub Kakač</a:t>
            </a:r>
            <a:endParaRPr lang="cs-CZ" sz="2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Motivace a cíl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472653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Problém: často nevím, co cvičit na partii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přehled cviků + postup + vlastní tréninky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Důraz: jednoduchost a rychlá orientace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872984" y="1366114"/>
            <a:ext cx="3840480" cy="5107838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3">
            <a:extLst>
              <a:ext uri="{FF2B5EF4-FFF2-40B4-BE49-F238E27FC236}">
                <a16:creationId xmlns:a16="http://schemas.microsoft.com/office/drawing/2014/main" id="{7D18BC6A-1746-4601-8C5A-D3BF7BBF8E40}"/>
              </a:ext>
            </a:extLst>
          </p:cNvPr>
          <p:cNvSpPr/>
          <p:nvPr/>
        </p:nvSpPr>
        <p:spPr>
          <a:xfrm>
            <a:off x="7872984" y="1408176"/>
            <a:ext cx="3840480" cy="5065776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</a:t>
            </a:r>
            <a:r>
              <a:rPr lang="cs-CZ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funguje?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Registrace / přihlášení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partie na těle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cviků + detail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 + uložení do databáze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A69888ED-AFFE-2EC5-DF84-EEAA011A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2"/>
          <a:stretch>
            <a:fillRect/>
          </a:stretch>
        </p:blipFill>
        <p:spPr>
          <a:xfrm>
            <a:off x="8651450" y="1587839"/>
            <a:ext cx="2252770" cy="47727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3">
            <a:extLst>
              <a:ext uri="{FF2B5EF4-FFF2-40B4-BE49-F238E27FC236}">
                <a16:creationId xmlns:a16="http://schemas.microsoft.com/office/drawing/2014/main" id="{48100B8A-C001-8844-F7B5-8A7AD6692BEB}"/>
              </a:ext>
            </a:extLst>
          </p:cNvPr>
          <p:cNvSpPr>
            <a:spLocks/>
          </p:cNvSpPr>
          <p:nvPr/>
        </p:nvSpPr>
        <p:spPr>
          <a:xfrm>
            <a:off x="7872984" y="1408176"/>
            <a:ext cx="3840480" cy="5065776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funkce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511334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Interaktivní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cviků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detail s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postupem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Nový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opakování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váha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pohlaví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tréninkový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C8C73DB3-6E5A-35C5-F24C-F1378AE21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3"/>
          <a:stretch>
            <a:fillRect/>
          </a:stretch>
        </p:blipFill>
        <p:spPr>
          <a:xfrm>
            <a:off x="8722376" y="1509458"/>
            <a:ext cx="2329976" cy="4890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Přihlášení a účet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 má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účet</a:t>
            </a:r>
            <a:r>
              <a:rPr lang="cs-CZ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databázi </a:t>
            </a:r>
            <a:r>
              <a:rPr lang="cs-CZ" sz="2600" b="1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2600" b="1" i="1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Uložení všech dat v aplikaci do databáze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profilu (pohlaví) se uloží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</a:t>
            </a: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registraci</a:t>
            </a:r>
            <a:endParaRPr lang="cs-CZ" sz="26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Kompatibilita je ve fázi vývoje (beta)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46720" y="2011680"/>
            <a:ext cx="3383280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2050" name="Picture 2" descr="Firebase Brand Guidelines">
            <a:extLst>
              <a:ext uri="{FF2B5EF4-FFF2-40B4-BE49-F238E27FC236}">
                <a16:creationId xmlns:a16="http://schemas.microsoft.com/office/drawing/2014/main" id="{163E5F6C-1CB6-20CA-2047-88EE4ED31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277" y="1272564"/>
            <a:ext cx="2933818" cy="293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Obrázek 21">
            <a:extLst>
              <a:ext uri="{FF2B5EF4-FFF2-40B4-BE49-F238E27FC236}">
                <a16:creationId xmlns:a16="http://schemas.microsoft.com/office/drawing/2014/main" id="{3A359AF6-5492-493C-32D2-CA4FD27DA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43269"/>
            <a:ext cx="3937505" cy="2062133"/>
          </a:xfrm>
          <a:prstGeom prst="rect">
            <a:avLst/>
          </a:prstGeom>
        </p:spPr>
      </p:pic>
      <p:grpSp>
        <p:nvGrpSpPr>
          <p:cNvPr id="26" name="Skupina 25">
            <a:extLst>
              <a:ext uri="{FF2B5EF4-FFF2-40B4-BE49-F238E27FC236}">
                <a16:creationId xmlns:a16="http://schemas.microsoft.com/office/drawing/2014/main" id="{FABBD419-F9AF-C7A8-3619-7B9E88D99D4B}"/>
              </a:ext>
            </a:extLst>
          </p:cNvPr>
          <p:cNvGrpSpPr/>
          <p:nvPr/>
        </p:nvGrpSpPr>
        <p:grpSpPr>
          <a:xfrm>
            <a:off x="7942348" y="4507486"/>
            <a:ext cx="721440" cy="176760"/>
            <a:chOff x="7942348" y="4507486"/>
            <a:chExt cx="7214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82C4B654-38DA-B0DE-E8F2-67EB638D173D}"/>
                    </a:ext>
                  </a:extLst>
                </p14:cNvPr>
                <p14:cNvContentPartPr/>
                <p14:nvPr/>
              </p14:nvContentPartPr>
              <p14:xfrm>
                <a:off x="7942348" y="4507486"/>
                <a:ext cx="47520" cy="6300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82C4B654-38DA-B0DE-E8F2-67EB638D17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24348" y="4489486"/>
                  <a:ext cx="83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7593228C-A808-3F99-90C1-8FEE5AD1718E}"/>
                    </a:ext>
                  </a:extLst>
                </p14:cNvPr>
                <p14:cNvContentPartPr/>
                <p14:nvPr/>
              </p14:nvContentPartPr>
              <p14:xfrm>
                <a:off x="8042428" y="4641766"/>
                <a:ext cx="621360" cy="4248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7593228C-A808-3F99-90C1-8FEE5AD171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24428" y="4623766"/>
                  <a:ext cx="65700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Rukopis 27">
                <a:extLst>
                  <a:ext uri="{FF2B5EF4-FFF2-40B4-BE49-F238E27FC236}">
                    <a16:creationId xmlns:a16="http://schemas.microsoft.com/office/drawing/2014/main" id="{CFA78ED0-2CF9-9F28-3F78-778C4E5D8A4B}"/>
                  </a:ext>
                </a:extLst>
              </p14:cNvPr>
              <p14:cNvContentPartPr/>
              <p14:nvPr/>
            </p14:nvContentPartPr>
            <p14:xfrm>
              <a:off x="8091388" y="5619886"/>
              <a:ext cx="171360" cy="60120"/>
            </p14:xfrm>
          </p:contentPart>
        </mc:Choice>
        <mc:Fallback>
          <p:pic>
            <p:nvPicPr>
              <p:cNvPr id="28" name="Rukopis 27">
                <a:extLst>
                  <a:ext uri="{FF2B5EF4-FFF2-40B4-BE49-F238E27FC236}">
                    <a16:creationId xmlns:a16="http://schemas.microsoft.com/office/drawing/2014/main" id="{CFA78ED0-2CF9-9F28-3F78-778C4E5D8A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3748" y="5601886"/>
                <a:ext cx="2070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Rukopis 28">
                <a:extLst>
                  <a:ext uri="{FF2B5EF4-FFF2-40B4-BE49-F238E27FC236}">
                    <a16:creationId xmlns:a16="http://schemas.microsoft.com/office/drawing/2014/main" id="{275BFFF9-3AA8-F775-9FFE-DC188E5D1AFE}"/>
                  </a:ext>
                </a:extLst>
              </p14:cNvPr>
              <p14:cNvContentPartPr/>
              <p14:nvPr/>
            </p14:nvContentPartPr>
            <p14:xfrm>
              <a:off x="8016148" y="5268526"/>
              <a:ext cx="160920" cy="30960"/>
            </p14:xfrm>
          </p:contentPart>
        </mc:Choice>
        <mc:Fallback>
          <p:pic>
            <p:nvPicPr>
              <p:cNvPr id="29" name="Rukopis 28">
                <a:extLst>
                  <a:ext uri="{FF2B5EF4-FFF2-40B4-BE49-F238E27FC236}">
                    <a16:creationId xmlns:a16="http://schemas.microsoft.com/office/drawing/2014/main" id="{275BFFF9-3AA8-F775-9FFE-DC188E5D1A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8148" y="5250886"/>
                <a:ext cx="19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Rukopis 29">
                <a:extLst>
                  <a:ext uri="{FF2B5EF4-FFF2-40B4-BE49-F238E27FC236}">
                    <a16:creationId xmlns:a16="http://schemas.microsoft.com/office/drawing/2014/main" id="{FA5381C0-3750-5F67-5FA4-F55D6DFCFDA5}"/>
                  </a:ext>
                </a:extLst>
              </p14:cNvPr>
              <p14:cNvContentPartPr/>
              <p14:nvPr/>
            </p14:nvContentPartPr>
            <p14:xfrm>
              <a:off x="8015068" y="5890606"/>
              <a:ext cx="79920" cy="51120"/>
            </p14:xfrm>
          </p:contentPart>
        </mc:Choice>
        <mc:Fallback>
          <p:pic>
            <p:nvPicPr>
              <p:cNvPr id="30" name="Rukopis 29">
                <a:extLst>
                  <a:ext uri="{FF2B5EF4-FFF2-40B4-BE49-F238E27FC236}">
                    <a16:creationId xmlns:a16="http://schemas.microsoft.com/office/drawing/2014/main" id="{FA5381C0-3750-5F67-5FA4-F55D6DFCFD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97428" y="5872966"/>
                <a:ext cx="1155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Rukopis 30">
                <a:extLst>
                  <a:ext uri="{FF2B5EF4-FFF2-40B4-BE49-F238E27FC236}">
                    <a16:creationId xmlns:a16="http://schemas.microsoft.com/office/drawing/2014/main" id="{8A52ED90-EE10-B00D-A5BC-CC0D43F88716}"/>
                  </a:ext>
                </a:extLst>
              </p14:cNvPr>
              <p14:cNvContentPartPr/>
              <p14:nvPr/>
            </p14:nvContentPartPr>
            <p14:xfrm>
              <a:off x="8054668" y="5026246"/>
              <a:ext cx="75600" cy="15840"/>
            </p14:xfrm>
          </p:contentPart>
        </mc:Choice>
        <mc:Fallback>
          <p:pic>
            <p:nvPicPr>
              <p:cNvPr id="31" name="Rukopis 30">
                <a:extLst>
                  <a:ext uri="{FF2B5EF4-FFF2-40B4-BE49-F238E27FC236}">
                    <a16:creationId xmlns:a16="http://schemas.microsoft.com/office/drawing/2014/main" id="{8A52ED90-EE10-B00D-A5BC-CC0D43F887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36668" y="5008246"/>
                <a:ext cx="111240" cy="5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partie na těle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oblast = vybraná partie</a:t>
            </a:r>
            <a:endParaRPr lang="cs-CZ" sz="2600" noProof="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Otočení: přední / zadní strana</a:t>
            </a:r>
            <a:endParaRPr lang="cs-CZ" sz="2600" noProof="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Pohlaví v profilu mění model (muž, žena)</a:t>
            </a:r>
            <a:endParaRPr lang="cs-CZ" sz="2600" noProof="0" dirty="0"/>
          </a:p>
        </p:txBody>
      </p:sp>
      <p:sp>
        <p:nvSpPr>
          <p:cNvPr id="15" name="Shape 13"/>
          <p:cNvSpPr/>
          <p:nvPr/>
        </p:nvSpPr>
        <p:spPr>
          <a:xfrm>
            <a:off x="7872984" y="1395046"/>
            <a:ext cx="3840480" cy="5078906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AAB6EF67-1E33-D7B6-B1A5-017554841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00"/>
          <a:stretch>
            <a:fillRect/>
          </a:stretch>
        </p:blipFill>
        <p:spPr>
          <a:xfrm>
            <a:off x="8719243" y="1527048"/>
            <a:ext cx="2333109" cy="4892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cviků pro partii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výběru partie vidím seznam cviků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Řazení: A→Z / Z→A / obtížnost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Přehled: název + vybavení + obtížnost (hvězdy)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872984" y="1408176"/>
            <a:ext cx="3840480" cy="5065776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B462A901-0DDD-2814-96AA-A2C98071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116" y="1515325"/>
            <a:ext cx="2195301" cy="4876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cviku (postup)</a:t>
            </a:r>
            <a:endParaRPr lang="cs-CZ" sz="4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1" y="1783080"/>
            <a:ext cx="4603396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Konkrétní partie a vybavení</a:t>
            </a: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 krok za krokem</a:t>
            </a:r>
            <a:endParaRPr lang="cs-CZ" sz="2600" noProof="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cs-CZ" sz="2600" noProof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uživatel se naučí, jak daný cvik provést</a:t>
            </a:r>
            <a:endParaRPr lang="cs-CZ" sz="2600" noProof="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cs-CZ" sz="20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cs-CZ" sz="2000" noProof="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EE4F763A-6AF2-F4E1-C190-894FFF917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53"/>
          <a:stretch>
            <a:fillRect/>
          </a:stretch>
        </p:blipFill>
        <p:spPr>
          <a:xfrm>
            <a:off x="10120927" y="1394917"/>
            <a:ext cx="1712889" cy="3620110"/>
          </a:xfrm>
          <a:prstGeom prst="rect">
            <a:avLst/>
          </a:prstGeom>
        </p:spPr>
      </p:pic>
      <p:pic>
        <p:nvPicPr>
          <p:cNvPr id="23" name="Obrázek 22">
            <a:extLst>
              <a:ext uri="{FF2B5EF4-FFF2-40B4-BE49-F238E27FC236}">
                <a16:creationId xmlns:a16="http://schemas.microsoft.com/office/drawing/2014/main" id="{840C9808-65F1-CB83-E046-0B9F13F527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66"/>
          <a:stretch>
            <a:fillRect/>
          </a:stretch>
        </p:blipFill>
        <p:spPr>
          <a:xfrm>
            <a:off x="5774020" y="1512417"/>
            <a:ext cx="1698082" cy="3580791"/>
          </a:xfrm>
          <a:prstGeom prst="rect">
            <a:avLst/>
          </a:prstGeom>
        </p:spPr>
      </p:pic>
      <p:pic>
        <p:nvPicPr>
          <p:cNvPr id="25" name="Obrázek 24">
            <a:extLst>
              <a:ext uri="{FF2B5EF4-FFF2-40B4-BE49-F238E27FC236}">
                <a16:creationId xmlns:a16="http://schemas.microsoft.com/office/drawing/2014/main" id="{751B9FF1-5044-1D1A-C2F7-F3F63C9D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67"/>
          <a:stretch>
            <a:fillRect/>
          </a:stretch>
        </p:blipFill>
        <p:spPr>
          <a:xfrm>
            <a:off x="7657725" y="1961388"/>
            <a:ext cx="2115538" cy="4470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Nový trénink (plán)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Vytvořím trénink a pojmenuju ho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Přidám cviky + série/opakování/váhu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Varování při odchodu bez uložení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872984" y="1837944"/>
            <a:ext cx="3840480" cy="4636008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3840480" cy="4636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046720" y="2011680"/>
            <a:ext cx="3383280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DOPLŇ SCREENSHOT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new-workout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FF288-BF0E-4F2F-629C-CBF73EF4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B23699-B00E-E9DC-0516-C41BECDF7381}"/>
              </a:ext>
            </a:extLst>
          </p:cNvPr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C4B657-66C3-1DAF-CDE8-0F89017941B6}"/>
              </a:ext>
            </a:extLst>
          </p:cNvPr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21D6CC-B827-FF7D-7CA5-2BFAA42907F0}"/>
              </a:ext>
            </a:extLst>
          </p:cNvPr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5787EC-D888-53C2-B6C4-B7F55DA9A6CA}"/>
              </a:ext>
            </a:extLst>
          </p:cNvPr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507993-B809-7E4E-4F06-54E121D32597}"/>
              </a:ext>
            </a:extLst>
          </p:cNvPr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9A9C38-F22A-279D-A2AB-E72586DE6D29}"/>
              </a:ext>
            </a:extLst>
          </p:cNvPr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37C6E4-E71C-980C-BD48-FFAE290E6DF1}"/>
              </a:ext>
            </a:extLst>
          </p:cNvPr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2BDA4B-78E2-B8B3-F68F-58B0A4023EC8}"/>
              </a:ext>
            </a:extLst>
          </p:cNvPr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7949EE-0DB8-0ED7-9302-D036F26E6CA3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6D25272-947B-208F-C946-2EBC126C1167}"/>
              </a:ext>
            </a:extLst>
          </p:cNvPr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F1200F-2DCB-AB94-12A4-2C858A228E4C}"/>
              </a:ext>
            </a:extLst>
          </p:cNvPr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C7F783-6E08-8F1F-47D8-A4BE31EB76EF}"/>
              </a:ext>
            </a:extLst>
          </p:cNvPr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4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Ukázka kódu</a:t>
            </a:r>
            <a:endParaRPr lang="en-US" sz="44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576661-33D3-1991-F5AF-E50339B25D97}"/>
              </a:ext>
            </a:extLst>
          </p:cNvPr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endParaRPr lang="en-US" sz="2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3E0F901-59A7-5FE8-2DEB-183C24577A95}"/>
              </a:ext>
            </a:extLst>
          </p:cNvPr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81F6C990-AF02-55D2-D196-64B6AEEA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60" y="1376172"/>
            <a:ext cx="4578551" cy="4764024"/>
          </a:xfrm>
          <a:prstGeom prst="rect">
            <a:avLst/>
          </a:prstGeom>
        </p:spPr>
      </p:pic>
      <p:sp>
        <p:nvSpPr>
          <p:cNvPr id="25" name="TextovéPole 24">
            <a:extLst>
              <a:ext uri="{FF2B5EF4-FFF2-40B4-BE49-F238E27FC236}">
                <a16:creationId xmlns:a16="http://schemas.microsoft.com/office/drawing/2014/main" id="{C7F19FA1-757E-8C41-51A4-A8E64700C845}"/>
              </a:ext>
            </a:extLst>
          </p:cNvPr>
          <p:cNvSpPr txBox="1"/>
          <p:nvPr/>
        </p:nvSpPr>
        <p:spPr>
          <a:xfrm>
            <a:off x="749808" y="2636956"/>
            <a:ext cx="6421314" cy="2430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Vytváří hlavní obrazovku aplikace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Zobrazuje uvítání a datum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Obsahuje tlačítka pro navigaci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26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Zobrazuje základní statistiky aplikace</a:t>
            </a:r>
          </a:p>
        </p:txBody>
      </p:sp>
    </p:spTree>
    <p:extLst>
      <p:ext uri="{BB962C8B-B14F-4D97-AF65-F5344CB8AC3E}">
        <p14:creationId xmlns:p14="http://schemas.microsoft.com/office/powerpoint/2010/main" val="274451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 a základní údaje (věk/výška/váha)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Tréninkový cíl: síla / hmota / vytrvalost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Uložení do databáze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872984" y="1837944"/>
            <a:ext cx="3840480" cy="4636008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3840480" cy="4636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046720" y="2011680"/>
            <a:ext cx="3383280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DOPLŇ SCREENSHOT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Použité technologie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877824" y="183794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822960" y="178308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969264" y="196596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188720" y="1965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3317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pro vývoj mobilní aplikace jedním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kódem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Android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7824" y="357530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822960" y="352044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69264" y="370332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690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Nadstavba nad React Native pro snadné spouštění, buildy a práci se zařízeními bez složité konfigurace.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" y="531266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822960" y="525780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" y="544068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1188720" y="5440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580644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Typovaný JavaScript zvyšuje spolehlivost a čitelnost kódu, proto byl použit pro bezpečnější vývoj.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9944" y="183794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355080" y="178308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6501384" y="196596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6720840" y="1965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23317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jako služba (Auth/Firestore) pro přihlášení a ukládání dat bez vlastního serveru.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9944" y="357530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6355080" y="352044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6501384" y="370332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6720840" y="3703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20840" y="40690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asistent pro návrhy kódu a refaktoring, použit pro urychlení práce a kontrolu rutinních částí.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9944" y="5312664"/>
            <a:ext cx="5532120" cy="1508760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6355080" y="5257800"/>
            <a:ext cx="5532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6501384" y="5440680"/>
            <a:ext cx="109728" cy="1143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Text 40"/>
          <p:cNvSpPr/>
          <p:nvPr/>
        </p:nvSpPr>
        <p:spPr>
          <a:xfrm>
            <a:off x="6720840" y="5440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20840" y="580644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Vývojové prostředí pro práci s projektem, zvolené kvůli rozšířením, TypeScript podpoře a rychlému workflow.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Současný stav projektu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877824" y="1837944"/>
            <a:ext cx="5532120" cy="4636008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822960" y="1783080"/>
            <a:ext cx="5532120" cy="463600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14300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Hotové funkce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560320"/>
            <a:ext cx="4892040" cy="3630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 aplikace (React Native + Expo)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Navigace mezi obrazovkami (Expo Router, taby + detail)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Přihlášení / registrace (pokud je zapnuto)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propojení s Firebase (Auth/Firestore – pokud je hotové)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svalové partie na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těle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předek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/zadek, muž/žena)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 cviků + detail s postupem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Tvorba tréninku (základ) + ukládání (pokud je hotové)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09944" y="1837944"/>
            <a:ext cx="5532120" cy="4636008"/>
          </a:xfrm>
          <a:prstGeom prst="round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5532120" cy="463600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667512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Plánované funkce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4892040" cy="3630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Rozšíření práce s tréninky (historie, úpravy, šablony)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Sledování progresu (statistiky, grafy, osobní rekordy)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Rozšíření databáze cviků (více cviků, vyhledávání/filtry)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Uživatelské účty: úprava profilu, změna hesla</a:t>
            </a:r>
            <a:endParaRPr lang="en-US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Vylepšení UI, testování a optimalizace výkonu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5712" y="4507992"/>
            <a:ext cx="3703320" cy="37033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052560" y="4434840"/>
            <a:ext cx="3703320" cy="3703320"/>
          </a:xfrm>
          <a:prstGeom prst="ellipse">
            <a:avLst/>
          </a:prstGeom>
          <a:solidFill>
            <a:srgbClr val="D32F2F">
              <a:alpha val="11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496958" y="4805172"/>
            <a:ext cx="1555394" cy="155539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268712" y="-886968"/>
            <a:ext cx="2331720" cy="233172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95560" y="-960120"/>
            <a:ext cx="2331720" cy="2331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475366" y="-726948"/>
            <a:ext cx="979322" cy="979322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D32F2F">
              <a:alpha val="8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0" y="6254496"/>
            <a:ext cx="12191695" cy="54864"/>
          </a:xfrm>
          <a:prstGeom prst="rect">
            <a:avLst/>
          </a:prstGeom>
          <a:solidFill>
            <a:srgbClr val="D32F2F">
              <a:alpha val="16000"/>
            </a:srgbClr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0" y="1161288"/>
            <a:ext cx="12191695" cy="731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55680" y="-182880"/>
            <a:ext cx="1508760" cy="15087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 + další kroky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676656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Naučil jsem se: mobilní UI, navigace, databáze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Nejtěžší: ukládání a načítání uživatelských dat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kroky: statistiky, historie, vlastní cviky</a:t>
            </a:r>
            <a:endParaRPr lang="en-US" sz="2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dotazy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1384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696</Words>
  <Application>Microsoft Office PowerPoint</Application>
  <PresentationFormat>Širokoúhlá obrazovka</PresentationFormat>
  <Paragraphs>124</Paragraphs>
  <Slides>14</Slides>
  <Notes>14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DOPLŇ JMÉNO</dc:creator>
  <cp:lastModifiedBy>22s.kakacja</cp:lastModifiedBy>
  <cp:revision>40</cp:revision>
  <dcterms:created xsi:type="dcterms:W3CDTF">2026-03-03T21:52:34Z</dcterms:created>
  <dcterms:modified xsi:type="dcterms:W3CDTF">2026-03-04T16:52:35Z</dcterms:modified>
</cp:coreProperties>
</file>